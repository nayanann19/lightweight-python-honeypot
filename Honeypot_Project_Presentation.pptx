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Implementation of a Python-Based Honeypot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 • Department • College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Honeypot is a security mechanism designed to attract attackers.</a:t>
            </a:r>
          </a:p>
          <a:p>
            <a:r>
              <a:t>• Helps in monitoring malicious activities.</a:t>
            </a:r>
          </a:p>
          <a:p>
            <a:r>
              <a:t>• Implemented using Python socket programming.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 low-interaction honeypot.</a:t>
            </a:r>
          </a:p>
          <a:p>
            <a:r>
              <a:t>• Log unauthorized access attempts.</a:t>
            </a:r>
          </a:p>
          <a:p>
            <a:r>
              <a:t>• Provide insights into attacker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Python-based socket listener.</a:t>
            </a:r>
          </a:p>
          <a:p>
            <a:r>
              <a:t>• Logs stored in local files.</a:t>
            </a:r>
          </a:p>
          <a:p>
            <a:r>
              <a:t>• Simulates vulnerable service 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Socket setup</a:t>
            </a:r>
          </a:p>
          <a:p>
            <a:r>
              <a:t>• Connection handling</a:t>
            </a:r>
          </a:p>
          <a:p>
            <a:r>
              <a:t>• Logging mechanism</a:t>
            </a:r>
          </a:p>
          <a:p>
            <a:r>
              <a:t>• Response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detected unauthorized access attempts.</a:t>
            </a:r>
          </a:p>
          <a:p>
            <a:r>
              <a:t>• All interactions logged with timestamps.</a:t>
            </a:r>
          </a:p>
          <a:p>
            <a:r>
              <a:t>• Demonstrates attacker probing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lightweight honeypot built using Python.</a:t>
            </a:r>
          </a:p>
          <a:p>
            <a:r>
              <a:t>• Useful for beginners and SOC learners.</a:t>
            </a:r>
          </a:p>
          <a:p>
            <a:r>
              <a:t>• Can be expanded to advanced honeypot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